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ADDAA-E494-28DD-87E4-E44F040731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93C60B-7F91-A2D7-A427-A6662C479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DB36A-A0D9-1E30-8DF8-58037CD54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7737-2FE4-4EA3-AD8C-38BAB61FB579}" type="datetimeFigureOut">
              <a:rPr lang="en-IN" smtClean="0"/>
              <a:t>15/02/2026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EF4A2-F062-93CF-1968-324550088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87D86-2C6B-FA7E-627C-4844E8C3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B557-0D5C-4140-8CE3-9E48CF4C20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740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04312-AD88-738B-3792-1A1459303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CE52A-DF80-61DC-29BA-E6E511945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EA80E-1607-93EF-EFE1-69462284D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7737-2FE4-4EA3-AD8C-38BAB61FB579}" type="datetimeFigureOut">
              <a:rPr lang="en-IN" smtClean="0"/>
              <a:t>15/02/2026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68E75-31FA-AAEC-602E-E25FD5630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F595D-389E-1F84-7ECA-AD28B0D96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B557-0D5C-4140-8CE3-9E48CF4C20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522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5D8F8-5859-3CE9-91A7-024A680A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D850B-E008-E845-109B-4D05034BE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2690F-0B76-046E-43DF-477B08889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7737-2FE4-4EA3-AD8C-38BAB61FB579}" type="datetimeFigureOut">
              <a:rPr lang="en-IN" smtClean="0"/>
              <a:t>15/02/2026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77401-12E9-5DA8-4FA4-DB59478EF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7E13B-4202-327D-8A1A-4B431750F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B557-0D5C-4140-8CE3-9E48CF4C20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665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CB771-2658-B689-ECA9-45CA83AE9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7677E-4F4D-393A-B399-EA606CC56A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F57C86-5DAF-9E3C-55BB-EB0EDD246F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093A1-B86B-2990-8847-394D8EEEB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7737-2FE4-4EA3-AD8C-38BAB61FB579}" type="datetimeFigureOut">
              <a:rPr lang="en-IN" smtClean="0"/>
              <a:t>15/02/2026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199844-DDCB-B552-9CD0-3ACDC6442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98D760-6DAA-919F-F786-62650C211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B557-0D5C-4140-8CE3-9E48CF4C20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903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E94FC-3BC7-03BE-14DD-02FB982EA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C26C3-2EC4-6F2E-63DA-DF9F0D1C5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3F7E06-D10C-7A17-DF8E-36E9ABB17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B917D-4BAC-F174-BEA9-26A67CD711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08D093-459B-724B-B96A-485F3D06AF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E9502D-82C5-3712-4AD5-AAE8F2119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7737-2FE4-4EA3-AD8C-38BAB61FB579}" type="datetimeFigureOut">
              <a:rPr lang="en-IN" smtClean="0"/>
              <a:t>15/02/2026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776B5F-44E4-E238-75C8-C2E5A8E00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3FB93B-FA87-27E5-A51D-FA7C287C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B557-0D5C-4140-8CE3-9E48CF4C20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444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44F0A-E1FA-D8DE-19E6-53492D5D6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506C8E-07D8-11C3-EB35-398A48C69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7737-2FE4-4EA3-AD8C-38BAB61FB579}" type="datetimeFigureOut">
              <a:rPr lang="en-IN" smtClean="0"/>
              <a:t>15/02/2026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13F05F-C3BF-DE96-8681-218921A2F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00B872-461F-BA21-023F-7A919602A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B557-0D5C-4140-8CE3-9E48CF4C20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8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C1AAF3-2378-BB8A-1422-CCC0CE360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7737-2FE4-4EA3-AD8C-38BAB61FB579}" type="datetimeFigureOut">
              <a:rPr lang="en-IN" smtClean="0"/>
              <a:t>15/02/2026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121620-66CF-1A4B-DDB2-376A892F3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45DAD-F2CB-6FBC-6ABB-6F3392B35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B557-0D5C-4140-8CE3-9E48CF4C20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955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9871B-F838-DFBD-D27B-A1145F0A5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BEFF5-18FC-542F-BEF6-6B88A1DCF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BA78E5-46D7-7150-51BF-D8891FC705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3683C2-B7A0-1DBF-E5E5-8CB66A489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7737-2FE4-4EA3-AD8C-38BAB61FB579}" type="datetimeFigureOut">
              <a:rPr lang="en-IN" smtClean="0"/>
              <a:t>15/02/2026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8BB2B-79CE-54E9-06D1-BA7133E93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4CF44-E028-6942-6491-0D212C4F2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B557-0D5C-4140-8CE3-9E48CF4C20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839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357AF-66FF-A4C3-784C-DAE8C0D80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F617D9-DF52-13A2-5F91-36D3E8C7F7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21F84-99FC-7FC7-DA83-48F66E6DE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73A81-00F8-9A01-1598-D0D9BA511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7737-2FE4-4EA3-AD8C-38BAB61FB579}" type="datetimeFigureOut">
              <a:rPr lang="en-IN" smtClean="0"/>
              <a:t>15/02/2026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84A74B-D269-E0A4-3805-78B3C072E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E4A43-6DB6-F8EB-118B-F013DB532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B557-0D5C-4140-8CE3-9E48CF4C20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597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3D10B-8C3D-3698-80A5-6EB9433CE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181B9F-360E-B83C-8766-786B7DA98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1EDD1-25FF-101B-03DB-45FD82886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7737-2FE4-4EA3-AD8C-38BAB61FB579}" type="datetimeFigureOut">
              <a:rPr lang="en-IN" smtClean="0"/>
              <a:t>15/02/2026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58F18-3C76-C90C-3877-0E4833B1C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9011A-6107-9EEE-98BD-F36A007FE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B557-0D5C-4140-8CE3-9E48CF4C20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857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F6E363-40C0-9229-DC28-2E0081BCB9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8F062-F1D4-75D4-1AC1-CC81FD8292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2902E-EFD6-54B8-54F9-2287960F4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7737-2FE4-4EA3-AD8C-38BAB61FB579}" type="datetimeFigureOut">
              <a:rPr lang="en-IN" smtClean="0"/>
              <a:t>15/02/2026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7DC09-9409-2FAE-F231-967FEF56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D91D9-3AEF-2719-8197-80C9618E6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EB557-0D5C-4140-8CE3-9E48CF4C20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486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81DB5-D421-F678-3F35-86D3EAF12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4E177-2588-3541-6040-05819106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08868-6114-8D92-EEE7-9E7A34EDD4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D77737-2FE4-4EA3-AD8C-38BAB61FB579}" type="datetimeFigureOut">
              <a:rPr lang="en-IN" smtClean="0"/>
              <a:t>15/02/2026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7372F-24FA-C4FC-66D1-5E22163E7E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AC4FE-DDAD-8206-B097-9FAB7B064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EB557-0D5C-4140-8CE3-9E48CF4C20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834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F3908-A364-890E-1CEB-4B733DB622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AAIPL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97FD0-A623-DB18-F3D1-D17A4DDE5A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Team: Sloth (team31)</a:t>
            </a:r>
          </a:p>
          <a:p>
            <a:r>
              <a:rPr lang="en-US" dirty="0"/>
              <a:t>Shubhojit, Hasan, Somesh, Harshit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465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F1348-09AA-9883-345B-2D7AF6130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2EF3C-8F7F-A8F3-2F44-58CDD2D4E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use 3 sources of data</a:t>
            </a:r>
          </a:p>
          <a:p>
            <a:pPr lvl="1"/>
            <a:r>
              <a:rPr lang="en-US" dirty="0" err="1"/>
              <a:t>RiddleBench</a:t>
            </a:r>
            <a:endParaRPr lang="en-US" dirty="0"/>
          </a:p>
          <a:p>
            <a:pPr lvl="1"/>
            <a:r>
              <a:rPr lang="en-US" dirty="0"/>
              <a:t>Synthetic Data from Gemini 3 grounded in Riddle Bench</a:t>
            </a:r>
          </a:p>
          <a:p>
            <a:pPr lvl="1"/>
            <a:r>
              <a:rPr lang="en-US" dirty="0"/>
              <a:t>Hand Crafted Hard problems dataset based on CAT and SSC CGL exam questions</a:t>
            </a:r>
          </a:p>
          <a:p>
            <a:r>
              <a:rPr lang="en-US" dirty="0"/>
              <a:t>Observations</a:t>
            </a:r>
          </a:p>
          <a:p>
            <a:pPr lvl="1"/>
            <a:r>
              <a:rPr lang="en-US" dirty="0"/>
              <a:t>Seating arrangement is  a hard problem and even Gemini 3 can hallucinate while creating novel question.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0134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DB614-CB35-9336-0994-BFEF88D1C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Sanity Checks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897D6-7F3A-9A40-7F8A-F5B4B9605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question model achieves 99% format acceptance rates</a:t>
            </a:r>
          </a:p>
          <a:p>
            <a:r>
              <a:rPr lang="en-US" dirty="0"/>
              <a:t>Our question model is trained on the mix of dataset to generate output without reasoning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1995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D6A7B-DB75-A2BE-6A42-28A3BFDD9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Experimets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49367-F18B-04FC-DDF8-A08FD248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Finetune Qwen 2.5 on large corpus of reasoning data – degrades performance</a:t>
            </a:r>
          </a:p>
          <a:p>
            <a:r>
              <a:rPr lang="en-US" dirty="0"/>
              <a:t>Finetune Qwen on Q-R-A dataset with reasoning generated by Gemini 3. Fails to preserve output format. Likely due to non thinking nature of Qwen being trained for thinking task?</a:t>
            </a:r>
          </a:p>
          <a:p>
            <a:r>
              <a:rPr lang="en-US" dirty="0"/>
              <a:t>Synthetic data generation using deepseek-qwen32b-distill</a:t>
            </a:r>
            <a:r>
              <a:rPr lang="en-IN" dirty="0"/>
              <a:t>. Reasoning quality was inferior to Gemini hence not used.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759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C0337-74D0-9EA9-9373-8DA1515BC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Models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A0F4F-24DE-2405-2EFC-0E8919C0B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Prompt engineered Qwen 2.5 as answer agent</a:t>
            </a:r>
          </a:p>
          <a:p>
            <a:r>
              <a:rPr lang="en-US" dirty="0"/>
              <a:t>SFT Qwen 2.5 as question agent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0970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AAIPL</vt:lpstr>
      <vt:lpstr>Data</vt:lpstr>
      <vt:lpstr>Sanity Checks</vt:lpstr>
      <vt:lpstr>Experimets</vt:lpstr>
      <vt:lpstr>Final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SHUBHOJIT</dc:creator>
  <cp:lastModifiedBy>SHUBHOJIT</cp:lastModifiedBy>
  <cp:revision>1</cp:revision>
  <dcterms:created xsi:type="dcterms:W3CDTF">2026-02-15T08:28:35Z</dcterms:created>
  <dcterms:modified xsi:type="dcterms:W3CDTF">2026-02-15T08:28:42Z</dcterms:modified>
</cp:coreProperties>
</file>